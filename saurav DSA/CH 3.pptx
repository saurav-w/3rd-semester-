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3dd9413bd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3dd9413bd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3dd9413bd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3dd9413bd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3dd9413bd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3dd9413bd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3dd9413bd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3dd9413bd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3dd9413bd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3dd9413bd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3dd9413bd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3dd9413bd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dd9413bdc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3dd9413bd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3dd9413bdc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3dd9413bdc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3dd9413bdc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3dd9413bdc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3dd9413bdc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3dd9413bdc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3ecbd9a12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3ecbd9a12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3ecbd9a12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3ecbd9a12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3ecbd9a12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13ecbd9a12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3ecbd9a12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13ecbd9a12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3ecbd9a12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3ecbd9a12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3ecbd9a129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13ecbd9a129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3ecbd9a129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3ecbd9a129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3ecbd9a12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13ecbd9a12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3ecbd9a129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13ecbd9a12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3ede5d1f0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13ede5d1f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3ede5d1f0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13ede5d1f0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13ede5d1f0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13ede5d1f0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3ede5d1f0a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13ede5d1f0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3ede5d1f0a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13ede5d1f0a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13ede5d1f0a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13ede5d1f0a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3ede5d1f0a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13ede5d1f0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3ede5d1f0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3ede5d1f0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3ede5d1f0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3ede5d1f0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3ede5d1f0a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13ede5d1f0a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 3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Queue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Queue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Definition</a:t>
            </a:r>
            <a:endParaRPr b="1" u="sng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Queue is an ordered collection of items from which items may be deleted at one end (called the </a:t>
            </a:r>
            <a:r>
              <a:rPr b="1" lang="en"/>
              <a:t>front</a:t>
            </a:r>
            <a:r>
              <a:rPr lang="en"/>
              <a:t> of the queue) and into which items may be inserted at the other end (the </a:t>
            </a:r>
            <a:r>
              <a:rPr b="1" lang="en"/>
              <a:t>rear</a:t>
            </a:r>
            <a:r>
              <a:rPr lang="en"/>
              <a:t> of the queue).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first element inserted into the queue is the first element to be removed.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this reason a queue is sometimes called a fifo (first-in first-out) list as opposed to the stack, which is a lifo (last-in first-out).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process of inserting an item to queue is called </a:t>
            </a:r>
            <a:r>
              <a:rPr b="1" lang="en"/>
              <a:t>Enqueue</a:t>
            </a:r>
            <a:r>
              <a:rPr lang="en"/>
              <a:t> and the process of removing an item from the queue is called </a:t>
            </a:r>
            <a:r>
              <a:rPr b="1" lang="en"/>
              <a:t>Dequeue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Queue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4336" y="1152475"/>
            <a:ext cx="5496189" cy="37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Operations on queue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u="sng"/>
              <a:t>MakeEmpty(q)</a:t>
            </a:r>
            <a:r>
              <a:rPr lang="en"/>
              <a:t>: To make q as an empty queue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Enqueue(q, x):</a:t>
            </a:r>
            <a:r>
              <a:rPr lang="en"/>
              <a:t> To insert an item x at the rear of the queue, this is also called by names add, insert.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Dequeue(q)</a:t>
            </a:r>
            <a:r>
              <a:rPr lang="en"/>
              <a:t>: To delete an item from the front of the queue q. this is also known as Delete, Remove.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IsFull(q)</a:t>
            </a:r>
            <a:r>
              <a:rPr lang="en"/>
              <a:t>: To check whether the queue q is full.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IsEmpty(q)</a:t>
            </a:r>
            <a:r>
              <a:rPr lang="en"/>
              <a:t>: To check whether the queue q is empty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Traverse (q)</a:t>
            </a:r>
            <a:r>
              <a:rPr lang="en"/>
              <a:t>: To read entire queue that is display the content of the queue.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Operation on queue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81850" y="1417378"/>
            <a:ext cx="9144003" cy="3036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Queue as an ADT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queue </a:t>
            </a:r>
            <a:r>
              <a:rPr b="1" lang="en"/>
              <a:t>q</a:t>
            </a:r>
            <a:r>
              <a:rPr lang="en"/>
              <a:t> of type </a:t>
            </a:r>
            <a:r>
              <a:rPr b="1" lang="en"/>
              <a:t>T</a:t>
            </a:r>
            <a:r>
              <a:rPr lang="en"/>
              <a:t> is a finite sequence of elements with the operations: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MakeEmpty(q)</a:t>
            </a:r>
            <a:r>
              <a:rPr lang="en"/>
              <a:t>: To make q as an empty queue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Enqueue(q, x):</a:t>
            </a:r>
            <a:r>
              <a:rPr lang="en"/>
              <a:t> To insert an item x at the rear of the queue, this is also called by names add, insert.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Dequeue(q)</a:t>
            </a:r>
            <a:r>
              <a:rPr lang="en"/>
              <a:t>: To delete an item from the front of the queue q. this is also known as Delete, Remove.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IsFull(q)</a:t>
            </a:r>
            <a:r>
              <a:rPr lang="en"/>
              <a:t>: To check whether the queue q is full.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IsEmpty(q)</a:t>
            </a:r>
            <a:r>
              <a:rPr lang="en"/>
              <a:t>: To check whether the queue q is empty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Traverse (q)</a:t>
            </a:r>
            <a:r>
              <a:rPr lang="en"/>
              <a:t>: To read entire queue that is display the content of the queue.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 of queue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are two techniques for implementing the queue: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Array implementation of queue(static memory allocation)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Linked list implementation of queue(dynamic memory allocation)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Static Implementation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# define MAXQUEUE /* size of the queue items*/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struct queue {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int front;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int rear;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int items[MAXQUEUE];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};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typedef struct queue qt;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Static Implementation [2]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Algorithm MakeEmpty(q):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Start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Initialize front and rear of q as:</a:t>
            </a:r>
            <a:br>
              <a:rPr lang="en"/>
            </a:br>
            <a:r>
              <a:rPr lang="en"/>
              <a:t>q-&gt;rear = -1</a:t>
            </a:r>
            <a:br>
              <a:rPr lang="en"/>
            </a:br>
            <a:r>
              <a:rPr lang="en"/>
              <a:t>q-&gt;front = 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Stop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6" name="Google Shape;106;p21"/>
          <p:cNvSpPr txBox="1"/>
          <p:nvPr/>
        </p:nvSpPr>
        <p:spPr>
          <a:xfrm>
            <a:off x="4977325" y="1179925"/>
            <a:ext cx="3705900" cy="23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void makeEmpty(qt *q)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{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q-&gt;rear=-1;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q-&gt;front=0; 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Static Implementation [3]</a:t>
            </a:r>
            <a:endParaRPr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Algorithm isEmpty(q):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Start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Check the rear and front as:</a:t>
            </a:r>
            <a:br>
              <a:rPr lang="en"/>
            </a:br>
            <a:r>
              <a:rPr lang="en"/>
              <a:t>If rear &lt; front, then display empty</a:t>
            </a:r>
            <a:br>
              <a:rPr lang="en"/>
            </a:br>
            <a:r>
              <a:rPr lang="en"/>
              <a:t>Else display not empty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Stop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3" name="Google Shape;113;p22"/>
          <p:cNvSpPr txBox="1"/>
          <p:nvPr/>
        </p:nvSpPr>
        <p:spPr>
          <a:xfrm>
            <a:off x="4977325" y="1179925"/>
            <a:ext cx="3705900" cy="42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int IsEmpty(qt *q)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{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if(q-&gt;rear &lt; q-&gt;front)</a:t>
            </a:r>
            <a:endParaRPr sz="1800">
              <a:solidFill>
                <a:schemeClr val="dk2"/>
              </a:solidFill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return 1; 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else</a:t>
            </a:r>
            <a:endParaRPr sz="1800">
              <a:solidFill>
                <a:schemeClr val="dk2"/>
              </a:solidFill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return 0;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}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Static Implementation [4]</a:t>
            </a:r>
            <a:endParaRPr/>
          </a:p>
        </p:txBody>
      </p:sp>
      <p:sp>
        <p:nvSpPr>
          <p:cNvPr id="119" name="Google Shape;11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Algorithm isFull(q):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Start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Check if rear is equal to max size:</a:t>
            </a:r>
            <a:br>
              <a:rPr lang="en"/>
            </a:br>
            <a:r>
              <a:rPr lang="en"/>
              <a:t>If rear == MAXSIZE -1, then display full</a:t>
            </a:r>
            <a:br>
              <a:rPr lang="en"/>
            </a:br>
            <a:r>
              <a:rPr lang="en"/>
              <a:t>Else display not full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Stop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20" name="Google Shape;120;p23"/>
          <p:cNvSpPr txBox="1"/>
          <p:nvPr/>
        </p:nvSpPr>
        <p:spPr>
          <a:xfrm>
            <a:off x="4977325" y="1179925"/>
            <a:ext cx="3705900" cy="53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int IsFull(qt *q)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{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if(q-&gt;rear==MAXQUEUEZIZE-1)</a:t>
            </a:r>
            <a:endParaRPr sz="1800">
              <a:solidFill>
                <a:schemeClr val="dk2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return 1; </a:t>
            </a:r>
            <a:br>
              <a:rPr lang="en" sz="1800">
                <a:solidFill>
                  <a:schemeClr val="dk2"/>
                </a:solidFill>
              </a:rPr>
            </a:br>
            <a:r>
              <a:rPr lang="en" sz="1800">
                <a:solidFill>
                  <a:schemeClr val="dk2"/>
                </a:solidFill>
              </a:rPr>
              <a:t>else</a:t>
            </a:r>
            <a:endParaRPr sz="1800">
              <a:solidFill>
                <a:schemeClr val="dk2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return 0;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}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Static Implementation [5]</a:t>
            </a:r>
            <a:endParaRPr/>
          </a:p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Algorithm Enqueue(q,x):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Start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Check if queue is full, if not go to step 3,</a:t>
            </a:r>
            <a:br>
              <a:rPr lang="en"/>
            </a:br>
            <a:r>
              <a:rPr lang="en"/>
              <a:t>Else go to step 5: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Increment rear: rear++;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Insert x into q-&gt;items[rear]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Stop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Static Implementation [5]</a:t>
            </a:r>
            <a:endParaRPr/>
          </a:p>
        </p:txBody>
      </p:sp>
      <p:sp>
        <p:nvSpPr>
          <p:cNvPr id="132" name="Google Shape;13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Algorithm Dequeue(q):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Start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Check if queue is empty, if not go to step 3,</a:t>
            </a:r>
            <a:br>
              <a:rPr lang="en"/>
            </a:br>
            <a:r>
              <a:rPr lang="en"/>
              <a:t>Else go to step 5: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Read from q-&gt;items[front]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Increment front.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Stop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Problems with linear queue</a:t>
            </a:r>
            <a:endParaRPr/>
          </a:p>
        </p:txBody>
      </p:sp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Both rear and front indices are increased but never decreased.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items are removed from the queue, the storage space at the beginning of the array is discarded and never used again.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Wastage of the space is the main problem with linear queue.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Dynamic Implementation[1]</a:t>
            </a:r>
            <a:endParaRPr/>
          </a:p>
        </p:txBody>
      </p:sp>
      <p:sp>
        <p:nvSpPr>
          <p:cNvPr id="144" name="Google Shape;144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Circular Queue</a:t>
            </a:r>
            <a:endParaRPr b="1" u="sng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queue where the start and end of the queue are joined together.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circular queue overcomes the problem of unutilized space in linear queue implementation as array.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circular queue is one in which the insertion of a new element is done at very first location of the queue if the last location of the queue is full.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is also called Ring Buffer.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circular queue we sacrifice one element of the array. Thus to insert n elements in a circular queue we need an array of size n+1.(or we can insert one less than the size of the array in circular queue).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Dynamic Implementation[2]</a:t>
            </a:r>
            <a:endParaRPr/>
          </a:p>
        </p:txBody>
      </p:sp>
      <p:sp>
        <p:nvSpPr>
          <p:cNvPr id="150" name="Google Shape;15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Declaration of a Circular Queue: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# define MAXSIZE 50 /* size of the circular queue items*/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Struct cqueue{</a:t>
            </a:r>
            <a:br>
              <a:rPr lang="en"/>
            </a:br>
            <a:r>
              <a:rPr lang="en"/>
              <a:t>	int front;</a:t>
            </a:r>
            <a:br>
              <a:rPr lang="en"/>
            </a:br>
            <a:r>
              <a:rPr lang="en"/>
              <a:t>	int rear;</a:t>
            </a:r>
            <a:br>
              <a:rPr lang="en"/>
            </a:br>
            <a:r>
              <a:rPr lang="en"/>
              <a:t>	int items[MAXSIZE];</a:t>
            </a:r>
            <a:br>
              <a:rPr lang="en"/>
            </a:br>
            <a:r>
              <a:rPr lang="en"/>
              <a:t>};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typedef struct cqueue cq;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Initialization of Circular queue:</a:t>
            </a:r>
            <a:br>
              <a:rPr lang="en"/>
            </a:br>
            <a:r>
              <a:rPr lang="en"/>
              <a:t>rear=front=MAXSIZE-1</a:t>
            </a:r>
            <a:endParaRPr/>
          </a:p>
        </p:txBody>
      </p:sp>
      <p:pic>
        <p:nvPicPr>
          <p:cNvPr id="151" name="Google Shape;15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8248" y="1296275"/>
            <a:ext cx="2909025" cy="242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Dynamic Implementation[3]</a:t>
            </a:r>
            <a:endParaRPr/>
          </a:p>
        </p:txBody>
      </p:sp>
      <p:sp>
        <p:nvSpPr>
          <p:cNvPr id="157" name="Google Shape;157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u="sng"/>
              <a:t>Algorithm for Inserting an element in a circular queue:</a:t>
            </a:r>
            <a:endParaRPr b="1" u="sng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925" y="1924368"/>
            <a:ext cx="9143999" cy="23474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Dynamic Implementation[4]</a:t>
            </a:r>
            <a:endParaRPr/>
          </a:p>
        </p:txBody>
      </p:sp>
      <p:sp>
        <p:nvSpPr>
          <p:cNvPr id="164" name="Google Shape;164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Algorithm for Deleting an element in a circular queue:</a:t>
            </a:r>
            <a:endParaRPr b="1" u="sng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algorithm assumes that rear and front are initially set to MAZSIZE-1.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5" name="Google Shape;16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850" y="2195772"/>
            <a:ext cx="7166376" cy="214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Dynamic Implementation[5]</a:t>
            </a:r>
            <a:endParaRPr/>
          </a:p>
        </p:txBody>
      </p:sp>
      <p:sp>
        <p:nvSpPr>
          <p:cNvPr id="171" name="Google Shape;171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2" name="Google Shape;17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947025"/>
            <a:ext cx="8751908" cy="4196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Dynamic Implementation[6]</a:t>
            </a:r>
            <a:endParaRPr/>
          </a:p>
        </p:txBody>
      </p:sp>
      <p:sp>
        <p:nvSpPr>
          <p:cNvPr id="178" name="Google Shape;178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925" y="1152474"/>
            <a:ext cx="8041677" cy="3749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Priority Queue</a:t>
            </a:r>
            <a:endParaRPr/>
          </a:p>
        </p:txBody>
      </p:sp>
      <p:sp>
        <p:nvSpPr>
          <p:cNvPr id="185" name="Google Shape;185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priority queue is a collection of elements such that </a:t>
            </a:r>
            <a:r>
              <a:rPr b="1" lang="en"/>
              <a:t>each element has been assigned a priority</a:t>
            </a:r>
            <a:r>
              <a:rPr lang="en"/>
              <a:t> and the order in which elements are deleted and processed comes from the following rules:.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 element of higher priority is processed before any element of lower priority.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two elements has same priority then they are processed according to the order in which they were added to the queue.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best application of priority queue is observed in CPU scheduling.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jobs which have higher priority are processed first.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the priority of two jobs is same this jobs are processed according to their position in queue.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short job is given higher priority over the longer one.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Priority Queue Types</a:t>
            </a:r>
            <a:endParaRPr/>
          </a:p>
        </p:txBody>
      </p:sp>
      <p:sp>
        <p:nvSpPr>
          <p:cNvPr id="191" name="Google Shape;191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Ascending priority queue(min priority queue):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 ascending priority queue is a collection of items into which items can be inserted arbitrarily but from which only the smallest item can be removed.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Descending priority queue(max priority queue):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descending priority queue is a collection of items into which items can be inserted arbitrarily but from which only the largest item can be removed.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Priority Queue ADT</a:t>
            </a:r>
            <a:endParaRPr/>
          </a:p>
        </p:txBody>
      </p:sp>
      <p:sp>
        <p:nvSpPr>
          <p:cNvPr id="197" name="Google Shape;197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ascending priority queue of elements of type T is a finite sequence of elements of T together with the operations: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MakeEmpty(p)</a:t>
            </a:r>
            <a:r>
              <a:rPr lang="en"/>
              <a:t>: Create an empty priority queue p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Empty(p)</a:t>
            </a:r>
            <a:r>
              <a:rPr lang="en"/>
              <a:t>: Determine if the priority queue p is empty or not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Insert(p,x)</a:t>
            </a:r>
            <a:r>
              <a:rPr lang="en"/>
              <a:t>: Add element x on the priority queue 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DeleteMin(p)</a:t>
            </a:r>
            <a:r>
              <a:rPr lang="en"/>
              <a:t>: If the priority queue p is not empty, remove the minimum element of the queue and return it.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FindMin(p)</a:t>
            </a:r>
            <a:r>
              <a:rPr lang="en"/>
              <a:t>: Retrieve the minimum element of the priority queue p.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 implementation of priority queue:</a:t>
            </a:r>
            <a:endParaRPr/>
          </a:p>
        </p:txBody>
      </p:sp>
      <p:sp>
        <p:nvSpPr>
          <p:cNvPr id="203" name="Google Shape;203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b="1" lang="en" u="sng"/>
              <a:t>Unordered array implementation:</a:t>
            </a:r>
            <a:endParaRPr b="1" u="sng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insert an item, </a:t>
            </a:r>
            <a:r>
              <a:rPr b="1" lang="en"/>
              <a:t>insert it at the rear end</a:t>
            </a:r>
            <a:r>
              <a:rPr lang="en"/>
              <a:t> of the queue.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delete an item, </a:t>
            </a:r>
            <a:r>
              <a:rPr b="1" lang="en"/>
              <a:t>find the position of the minimum element</a:t>
            </a:r>
            <a:r>
              <a:rPr lang="en"/>
              <a:t> and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Either mark it as deleted (lazy deletion) 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Shift all elements past the deleted element by one position and then decrement rear.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 implementation of priority queue:</a:t>
            </a:r>
            <a:endParaRPr/>
          </a:p>
        </p:txBody>
      </p:sp>
      <p:sp>
        <p:nvSpPr>
          <p:cNvPr id="209" name="Google Shape;209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b="1" lang="en" u="sng"/>
              <a:t>Unordered array implementation:</a:t>
            </a:r>
            <a:endParaRPr b="1"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0" name="Google Shape;21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2322" y="1494275"/>
            <a:ext cx="5451677" cy="360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 implementation of priority queue:</a:t>
            </a:r>
            <a:endParaRPr/>
          </a:p>
        </p:txBody>
      </p:sp>
      <p:sp>
        <p:nvSpPr>
          <p:cNvPr id="216" name="Google Shape;216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b="1" lang="en" u="sng"/>
              <a:t>Ordered array implementation:</a:t>
            </a:r>
            <a:endParaRPr b="1" u="sng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Set the front as the position of the smallest element and the rear as the position of the largest element.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insert an element, locate the proper position of the new element and shift preceding or succeeding elements by one position.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delete the minimum element, increment the front position.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 implementation of priority queue:</a:t>
            </a:r>
            <a:endParaRPr/>
          </a:p>
        </p:txBody>
      </p:sp>
      <p:sp>
        <p:nvSpPr>
          <p:cNvPr id="222" name="Google Shape;222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b="1" lang="en" u="sng"/>
              <a:t>Ordered array implementation: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3" name="Google Shape;22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4375" y="1379350"/>
            <a:ext cx="4174026" cy="372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Priority Queue Operations</a:t>
            </a:r>
            <a:endParaRPr/>
          </a:p>
        </p:txBody>
      </p:sp>
      <p:sp>
        <p:nvSpPr>
          <p:cNvPr id="229" name="Google Shape;229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u="sng"/>
              <a:t>Declaration:</a:t>
            </a:r>
            <a:endParaRPr b="1"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</a:t>
            </a:r>
            <a:r>
              <a:rPr lang="en"/>
              <a:t>ata type of Priority Queue is the same as the Non-priority Queue.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#define MAXQUEUE 10 	/* size of the queue items*/ </a:t>
            </a:r>
            <a:br>
              <a:rPr lang="en"/>
            </a:br>
            <a:r>
              <a:rPr lang="en"/>
              <a:t>struct pqueue {						struct item{</a:t>
            </a:r>
            <a:br>
              <a:rPr lang="en"/>
            </a:br>
            <a:r>
              <a:rPr lang="en"/>
              <a:t>	int front;								int value;</a:t>
            </a:r>
            <a:br>
              <a:rPr lang="en"/>
            </a:br>
            <a:r>
              <a:rPr lang="en"/>
              <a:t>	int rear;								int priority;</a:t>
            </a:r>
            <a:br>
              <a:rPr lang="en"/>
            </a:br>
            <a:r>
              <a:rPr lang="en"/>
              <a:t>	struct item items[MAXQUEUE];	}</a:t>
            </a:r>
            <a:br>
              <a:rPr lang="en"/>
            </a:br>
            <a:r>
              <a:rPr lang="en"/>
              <a:t>};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struct pqueue *pq;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Priority Queue Operations</a:t>
            </a:r>
            <a:endParaRPr/>
          </a:p>
        </p:txBody>
      </p:sp>
      <p:sp>
        <p:nvSpPr>
          <p:cNvPr id="235" name="Google Shape;235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u="sng"/>
              <a:t>Insertion</a:t>
            </a:r>
            <a:r>
              <a:rPr lang="en"/>
              <a:t>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insertion in Priority queues is the same as in non-priority queues.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" u="sng"/>
              <a:t>Deletion :</a:t>
            </a:r>
            <a:endParaRPr b="1" u="sng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Deletion requires a search for the element of highest priority and deletes the element with highest priority.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following methods can be used for deletion/removal from a given Priority Queue:</a:t>
            </a:r>
            <a:endParaRPr/>
          </a:p>
          <a:p>
            <a:pPr indent="-317500" lvl="1" marL="914400" rtl="0" algn="l">
              <a:spcBef>
                <a:spcPts val="12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 empty indicator replaces deleted elements.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After each deletion elements can be moved up in the array decrementing the rear.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array in the queue can be maintained as an ordered circular array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Applications of Priority Queue</a:t>
            </a:r>
            <a:endParaRPr/>
          </a:p>
        </p:txBody>
      </p:sp>
      <p:sp>
        <p:nvSpPr>
          <p:cNvPr id="241" name="Google Shape;241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Resource Scheduling algorithm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Sorting of a file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CPU Scheduling algorithm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